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19"/>
                </a:solidFill>
              </a:defRPr>
            </a:pPr>
            <a:r>
              <a:t>How Does My Spotify Listening Behavior Change on Special Days?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DSA210 Final Project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920240" cy="384048"/>
          </a:xfrm>
          <a:prstGeom prst="roundRect">
            <a:avLst/>
          </a:prstGeom>
          <a:solidFill>
            <a:srgbClr val="228B5A"/>
          </a:solidFill>
          <a:ln>
            <a:solidFill>
              <a:srgbClr val="22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Main question: Does my Spotify listening behavior change across exams, deadlines, stress periods, vacations, and other meaningful days?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I studied both listening behavior and the character of the music I listened to.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The project includes data preparation, EDA, hypothesis testing, and machine learning.</a:t>
            </a:r>
          </a:p>
        </p:txBody>
      </p:sp>
      <p:pic>
        <p:nvPicPr>
          <p:cNvPr id="6" name="Picture 5" descr="daily_listening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0292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19"/>
                </a:solidFill>
              </a:defRPr>
            </a:pPr>
            <a:r>
              <a:t>Data Sources and Preparation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1920240" cy="384048"/>
          </a:xfrm>
          <a:prstGeom prst="roundRect">
            <a:avLst/>
          </a:prstGeom>
          <a:solidFill>
            <a:srgbClr val="228B5A"/>
          </a:solidFill>
          <a:ln>
            <a:solidFill>
              <a:srgbClr val="22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t>Spotify Extended Streaming History from 2018 to 2026 was the main source.</a:t>
            </a:r>
          </a:p>
          <a:p>
            <a:pPr>
              <a:defRPr sz="1900">
                <a:solidFill>
                  <a:srgbClr val="232323"/>
                </a:solidFill>
              </a:defRPr>
            </a:pPr>
            <a:r>
              <a:t>Calendar-based labels were created for exams, deadlines, stress periods, and personal events.</a:t>
            </a:r>
          </a:p>
          <a:p>
            <a:pPr>
              <a:defRPr sz="1900">
                <a:solidFill>
                  <a:srgbClr val="232323"/>
                </a:solidFill>
              </a:defRPr>
            </a:pPr>
            <a:r>
              <a:t>Travel and break periods were added as another context source.</a:t>
            </a:r>
          </a:p>
          <a:p>
            <a:pPr>
              <a:defRPr sz="1900">
                <a:solidFill>
                  <a:srgbClr val="232323"/>
                </a:solidFill>
              </a:defRPr>
            </a:pPr>
            <a:r>
              <a:t>The event-level streaming data was cleaned and converted into a daily-level dataset.</a:t>
            </a:r>
          </a:p>
        </p:txBody>
      </p:sp>
      <p:pic>
        <p:nvPicPr>
          <p:cNvPr id="5" name="Picture 4" descr="context_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937760" cy="28215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19"/>
                </a:solidFill>
              </a:defRPr>
            </a:pPr>
            <a:r>
              <a:t>Audio Feature Enrichment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1920240" cy="384048"/>
          </a:xfrm>
          <a:prstGeom prst="roundRect">
            <a:avLst/>
          </a:prstGeom>
          <a:solidFill>
            <a:srgbClr val="228B5A"/>
          </a:solidFill>
          <a:ln>
            <a:solidFill>
              <a:srgbClr val="22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Audio features were not directly available in the cleaned Spotify dataset.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I built a track catalog from my local listening history and matched it with public music-feature datasets.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This added variables such as danceability, energy, valence, tempo, and acousticness.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The matched audio features were then aggregated to the daily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6634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28,660 unique tracks in total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4,316 matched unique tracks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15.1% unique-track coverage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17.0% event-level coverage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18.9% ms-weighted coverage</a:t>
            </a:r>
          </a:p>
        </p:txBody>
      </p:sp>
      <p:pic>
        <p:nvPicPr>
          <p:cNvPr id="6" name="Picture 5" descr="audio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4754880" cy="27170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19"/>
                </a:solidFill>
              </a:defRPr>
            </a:pPr>
            <a:r>
              <a:t>EDA and Hypothesis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1920240" cy="384048"/>
          </a:xfrm>
          <a:prstGeom prst="roundRect">
            <a:avLst/>
          </a:prstGeom>
          <a:solidFill>
            <a:srgbClr val="228B5A"/>
          </a:solidFill>
          <a:ln>
            <a:solidFill>
              <a:srgbClr val="22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I first explored changes in daily listening time, stream count, artist diversity, skip rate, and shuffle rate.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Then I compared special contexts such as exam days, deadline days, stress periods, vacations, and entrance-exam preparation periods.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Hypothesis tests were used to check whether some of the observed differences were statistically meaningful.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The overall result was that listening behavior was not stable and changed across several personal and academic contexts.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19"/>
                </a:solidFill>
              </a:defRPr>
            </a:pPr>
            <a:r>
              <a:t>Machine Learning Methods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1920240" cy="384048"/>
          </a:xfrm>
          <a:prstGeom prst="roundRect">
            <a:avLst/>
          </a:prstGeom>
          <a:solidFill>
            <a:srgbClr val="228B5A"/>
          </a:solidFill>
          <a:ln>
            <a:solidFill>
              <a:srgbClr val="22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The main ML notebook in the project is ml_methods_original.ipynb.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It focused on day-to-day listening change rather than only classifying special days.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Main target: total daily listening time (total_minutes).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Models used: Dummy Regressor, Linear Regression, Ridge Regression, Random Forest, Extra Trees, and Gradient Boosting.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A chronological train-test split, cross-validation, tuning, feature importance, and residual analysis were included.</a:t>
            </a:r>
          </a:p>
        </p:txBody>
      </p:sp>
      <p:pic>
        <p:nvPicPr>
          <p:cNvPr id="5" name="Picture 4" descr="ml_r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12064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19"/>
                </a:solidFill>
              </a:defRPr>
            </a:pPr>
            <a:r>
              <a:t>Main ML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1920240" cy="384048"/>
          </a:xfrm>
          <a:prstGeom prst="roundRect">
            <a:avLst/>
          </a:prstGeom>
          <a:solidFill>
            <a:srgbClr val="228B5A"/>
          </a:solidFill>
          <a:ln>
            <a:solidFill>
              <a:srgbClr val="22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Best regression model: Gradient Boosting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MAE ≈ 5.14, RMSE ≈ 8.06, R² ≈ 0.978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Extra Trees and Random Forest were also strong.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The strongest predictors were mostly behavioral: num_streams, avg_stream_length, minutes_per_stream, and recent listening trend variables.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Audio features contributed, but they were not the main drivers.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19"/>
                </a:solidFill>
              </a:defRPr>
            </a:pPr>
            <a:r>
              <a:t>Important Interpretation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1920240" cy="384048"/>
          </a:xfrm>
          <a:prstGeom prst="roundRect">
            <a:avLst/>
          </a:prstGeom>
          <a:solidFill>
            <a:srgbClr val="228B5A"/>
          </a:solidFill>
          <a:ln>
            <a:solidFill>
              <a:srgbClr val="22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READ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The high R² values should be interpreted carefully.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Some predictors were very close to the target total_minutes, such as num_streams, avg_stream_length, and minutes_per_stream.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Because of this, the ML model is more descriptive and explanatory than fully independent and predictive.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This point was treated as an important feedback item in the final interpretation.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Still, the model shows that daily Spotify listening behavior has a clear structure and changes meaningfully across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19"/>
                </a:solidFill>
              </a:defRPr>
            </a:pPr>
            <a:r>
              <a:t>Limitations and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1920240" cy="384048"/>
          </a:xfrm>
          <a:prstGeom prst="roundRect">
            <a:avLst/>
          </a:prstGeom>
          <a:solidFill>
            <a:srgbClr val="228B5A"/>
          </a:solidFill>
          <a:ln>
            <a:solidFill>
              <a:srgbClr val="22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t>This is a single-user dataset, so the findings are personal.</a:t>
            </a:r>
          </a:p>
          <a:p>
            <a:pPr>
              <a:defRPr sz="1900">
                <a:solidFill>
                  <a:srgbClr val="232323"/>
                </a:solidFill>
              </a:defRPr>
            </a:pPr>
            <a:r>
              <a:t>Calendar-based special-day coverage is limited to certain periods.</a:t>
            </a:r>
          </a:p>
          <a:p>
            <a:pPr>
              <a:defRPr sz="1900">
                <a:solidFill>
                  <a:srgbClr val="232323"/>
                </a:solidFill>
              </a:defRPr>
            </a:pPr>
            <a:r>
              <a:t>Audio-feature coverage is limited: 15.1% of unique tracks and 17.0% of event rows.</a:t>
            </a:r>
          </a:p>
          <a:p>
            <a:pPr>
              <a:defRPr sz="1900">
                <a:solidFill>
                  <a:srgbClr val="232323"/>
                </a:solidFill>
              </a:defRPr>
            </a:pPr>
            <a:r>
              <a:t>A more detailed calendar record would make the behavior side more consistent.</a:t>
            </a:r>
          </a:p>
          <a:p>
            <a:pPr>
              <a:defRPr sz="1900">
                <a:solidFill>
                  <a:srgbClr val="232323"/>
                </a:solidFill>
              </a:defRPr>
            </a:pPr>
            <a:r>
              <a:t>A better music-type or genre dataset would strengthen the music-character side.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919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1920240" cy="384048"/>
          </a:xfrm>
          <a:prstGeom prst="roundRect">
            <a:avLst/>
          </a:prstGeom>
          <a:solidFill>
            <a:srgbClr val="228B5A"/>
          </a:solidFill>
          <a:ln>
            <a:solidFill>
              <a:srgbClr val="22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Spotify listening behavior is not constant across days.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Listening intensity changes across exams, deadlines, stress periods, vacations, and other contexts.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The strongest signal comes from listening structure and intensity.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Audio features add useful information, but their contribution is smaller because coverage is limited.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Overall, the project shows that daily routine and personal context are closely related to music listening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